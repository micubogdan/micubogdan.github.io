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1858" y="10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1A3DC8-A3C5-46B5-8A18-985E908E6A12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0AFAF8-3A79-4978-A99D-9B04A497E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339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7A963-9AAA-4D05-9C4F-0E67891C0D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5073FA-EF35-4A35-8269-E798863B6F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47292-73FA-4018-BBA4-5D5C8ED21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676DA-EEE1-456A-8271-0EFCF77BD44C}" type="datetimeFigureOut">
              <a:rPr lang="en-US" smtClean="0"/>
              <a:t>3/13/2024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050C4-D274-450A-8DCE-E46F5C586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DEE05-97B2-4C3D-B0F7-01DAD5FDF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585CA-5123-4615-B135-760155E7BE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887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87181-0FE8-488A-BB35-B01118047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90812-C877-4110-B34D-25370DFF8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44045-869A-4347-B4F4-619970BB5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676DA-EEE1-456A-8271-0EFCF77BD44C}" type="datetimeFigureOut">
              <a:rPr lang="en-US" smtClean="0"/>
              <a:t>3/13/2024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ECC65-09CF-46A6-9A46-C2EB4EF7C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ACB63-567E-4C88-A016-A5EE98ACA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585CA-5123-4615-B135-760155E7BE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87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3C740-0BD3-4D13-BB79-6F2BF862A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10D5B-39D0-4B07-BEAE-43D4446B8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EE014-22D8-4DF6-B00C-AB08B1281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676DA-EEE1-456A-8271-0EFCF77BD44C}" type="datetimeFigureOut">
              <a:rPr lang="en-US" smtClean="0"/>
              <a:t>3/13/2024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66E81-0199-4F47-961D-08518F3E4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1AE59-E72F-46FE-B0D8-B2C6FDB00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585CA-5123-4615-B135-760155E7BE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157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5C0CA-AECD-43E9-B94A-E91ABA02C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4180A-CADC-4378-BD7C-FE6A67D0B7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545393-8DD6-4A76-95AE-BF3E1C75B6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44BD58-EB18-4724-AC83-A53526A47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676DA-EEE1-456A-8271-0EFCF77BD44C}" type="datetimeFigureOut">
              <a:rPr lang="en-US" smtClean="0"/>
              <a:t>3/13/2024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5A4CF6-3923-4ACC-86FD-0A190F27C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5AEE63-0E70-4F3D-9814-D8BDAC807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585CA-5123-4615-B135-760155E7BE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819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95513-98A2-48A0-9AC4-8017DC2E5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F38889-6752-4A4D-A4FA-40F8A0DAF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5BF239-B6CD-4409-87EE-8D4C9E10FD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740A01-EE67-47B7-8433-E2A851D684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3D72C4-B2BA-4B33-8553-57EE374D1C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21E276-7C7F-4EC4-9092-8AE0E8BAC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676DA-EEE1-456A-8271-0EFCF77BD44C}" type="datetimeFigureOut">
              <a:rPr lang="en-US" smtClean="0"/>
              <a:t>3/13/2024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4918F7-C22E-4AAB-B77B-9BA8F3A52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52FB7B-2BB6-479E-A1EB-C1FB857E0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585CA-5123-4615-B135-760155E7BE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816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BED33-381D-46FD-B214-E88533570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2525BC-EB3F-459D-9EE6-577F6F214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676DA-EEE1-456A-8271-0EFCF77BD44C}" type="datetimeFigureOut">
              <a:rPr lang="en-US" smtClean="0"/>
              <a:t>3/13/2024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416E22-D723-439E-8E21-F54404E60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3E4E33-C482-4892-B216-E38C74024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585CA-5123-4615-B135-760155E7BE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50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9FB5F5-0EAD-44D9-8509-8C2F11515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676DA-EEE1-456A-8271-0EFCF77BD44C}" type="datetimeFigureOut">
              <a:rPr lang="en-US" smtClean="0"/>
              <a:t>3/13/2024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F55E00-6638-4B26-913D-1206D82FD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AFC1C4-1F4F-45FB-B4DA-6D4F8AAAD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585CA-5123-4615-B135-760155E7BE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712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B738A-A97B-4258-A6DE-025C4F1B7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3E20A-132A-46E6-9E6C-5506C75F6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70C768-2308-42A1-B3A4-8DC4B977C0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BDD9B1-5C0E-4018-A6F5-8F5AA6830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676DA-EEE1-456A-8271-0EFCF77BD44C}" type="datetimeFigureOut">
              <a:rPr lang="en-US" smtClean="0"/>
              <a:t>3/13/2024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5D3AB2-46FB-45C5-870C-8A7BDE4F8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BBF3B-99F1-486F-AA34-4185D5AD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585CA-5123-4615-B135-760155E7BE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463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74E94-456D-4E6D-B65C-D7E6758AC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4B448B-39EC-4973-9693-294317C742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652254-B8C0-43F8-A06D-0C6FA1A9D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40EC6C-E11E-4A2B-A9DE-46921227C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676DA-EEE1-456A-8271-0EFCF77BD44C}" type="datetimeFigureOut">
              <a:rPr lang="en-US" smtClean="0"/>
              <a:t>3/13/2024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25053-2262-4486-9B04-7188BA08F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A5946A-32D6-4098-974D-C24294BE0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585CA-5123-4615-B135-760155E7BE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979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91505-8618-4A30-A9E6-59DFCF925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666A1D-7E54-4CF1-A4F8-69AEFC0C2A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8CBAF-CCF6-4918-B75D-69A3C4096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676DA-EEE1-456A-8271-0EFCF77BD44C}" type="datetimeFigureOut">
              <a:rPr lang="en-US" smtClean="0"/>
              <a:t>3/13/2024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699E5-ACF7-41F0-8ED5-20163A21A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794DF4-20E3-478E-9159-0578A854C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585CA-5123-4615-B135-760155E7BE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58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54DCCF-66B3-4A30-A0DA-702C54B44D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68818A-BAF2-4809-A679-37ED3BB0DE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1BBA7-0ABA-44B0-832A-156D9F4C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676DA-EEE1-456A-8271-0EFCF77BD44C}" type="datetimeFigureOut">
              <a:rPr lang="en-US" smtClean="0"/>
              <a:t>3/13/2024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06861-3DC1-40B2-BE14-00E9C882B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C19F5-8148-463B-AD42-2D426D43E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585CA-5123-4615-B135-760155E7BE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557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A52A42-2A33-4175-80C8-6927A1986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02E85D-F9CD-4EA4-8097-A4CBC27D6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3A4FC-EE22-4C28-974F-17BA9B4961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A676DA-EEE1-456A-8271-0EFCF77BD44C}" type="datetimeFigureOut">
              <a:rPr lang="en-US" smtClean="0"/>
              <a:t>3/13/2024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35DD2-4C02-48A3-BE57-DBBAB5B7DC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F4BE1-0C70-4E65-B0FD-30034781D7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C585CA-5123-4615-B135-760155E7BE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915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snowflake-march-plant-flower-712774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BD34B67-D413-4337-82AC-FFCF7DF927D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5619557" y="3084397"/>
                </a:moveTo>
                <a:cubicBezTo>
                  <a:pt x="5675879" y="3108536"/>
                  <a:pt x="5717182" y="3135624"/>
                  <a:pt x="5743466" y="3165662"/>
                </a:cubicBezTo>
                <a:cubicBezTo>
                  <a:pt x="5769749" y="3195701"/>
                  <a:pt x="5782891" y="3230567"/>
                  <a:pt x="5782891" y="3270260"/>
                </a:cubicBezTo>
                <a:cubicBezTo>
                  <a:pt x="5782891" y="3302444"/>
                  <a:pt x="5774175" y="3331142"/>
                  <a:pt x="5756742" y="3356353"/>
                </a:cubicBezTo>
                <a:cubicBezTo>
                  <a:pt x="5739309" y="3381564"/>
                  <a:pt x="5719328" y="3394169"/>
                  <a:pt x="5696799" y="3394169"/>
                </a:cubicBezTo>
                <a:cubicBezTo>
                  <a:pt x="5680707" y="3394169"/>
                  <a:pt x="5663005" y="3391353"/>
                  <a:pt x="5643695" y="3385721"/>
                </a:cubicBezTo>
                <a:cubicBezTo>
                  <a:pt x="5624385" y="3380089"/>
                  <a:pt x="5605879" y="3372445"/>
                  <a:pt x="5588178" y="3362790"/>
                </a:cubicBezTo>
                <a:close/>
                <a:moveTo>
                  <a:pt x="4420533" y="3032903"/>
                </a:moveTo>
                <a:lnTo>
                  <a:pt x="4532372" y="3353939"/>
                </a:lnTo>
                <a:lnTo>
                  <a:pt x="4311911" y="3428767"/>
                </a:lnTo>
                <a:close/>
                <a:moveTo>
                  <a:pt x="8570984" y="2906529"/>
                </a:moveTo>
                <a:lnTo>
                  <a:pt x="8718693" y="2963707"/>
                </a:lnTo>
                <a:lnTo>
                  <a:pt x="8842602" y="3847160"/>
                </a:lnTo>
                <a:lnTo>
                  <a:pt x="8642154" y="3917062"/>
                </a:lnTo>
                <a:lnTo>
                  <a:pt x="8442886" y="3790838"/>
                </a:lnTo>
                <a:lnTo>
                  <a:pt x="8279553" y="2990259"/>
                </a:lnTo>
                <a:close/>
                <a:moveTo>
                  <a:pt x="5908409" y="2810833"/>
                </a:moveTo>
                <a:cubicBezTo>
                  <a:pt x="5882126" y="2810833"/>
                  <a:pt x="5852087" y="2812039"/>
                  <a:pt x="5818294" y="2814453"/>
                </a:cubicBezTo>
                <a:cubicBezTo>
                  <a:pt x="5784500" y="2816867"/>
                  <a:pt x="5744002" y="2821024"/>
                  <a:pt x="5696799" y="2826925"/>
                </a:cubicBezTo>
                <a:lnTo>
                  <a:pt x="5078865" y="2897730"/>
                </a:lnTo>
                <a:lnTo>
                  <a:pt x="5333119" y="3007960"/>
                </a:lnTo>
                <a:lnTo>
                  <a:pt x="5215647" y="3888195"/>
                </a:lnTo>
                <a:lnTo>
                  <a:pt x="5102198" y="3968655"/>
                </a:lnTo>
                <a:lnTo>
                  <a:pt x="5782891" y="4045092"/>
                </a:lnTo>
                <a:lnTo>
                  <a:pt x="5601856" y="3884976"/>
                </a:lnTo>
                <a:lnTo>
                  <a:pt x="5578523" y="3598538"/>
                </a:lnTo>
                <a:cubicBezTo>
                  <a:pt x="5592469" y="3601220"/>
                  <a:pt x="5606013" y="3603768"/>
                  <a:pt x="5619155" y="3606182"/>
                </a:cubicBezTo>
                <a:cubicBezTo>
                  <a:pt x="5632297" y="3608596"/>
                  <a:pt x="5645036" y="3610339"/>
                  <a:pt x="5657373" y="3611412"/>
                </a:cubicBezTo>
                <a:lnTo>
                  <a:pt x="5962317" y="3982333"/>
                </a:lnTo>
                <a:lnTo>
                  <a:pt x="5897950" y="4103828"/>
                </a:lnTo>
                <a:lnTo>
                  <a:pt x="6437033" y="3922793"/>
                </a:lnTo>
                <a:lnTo>
                  <a:pt x="5977605" y="3609802"/>
                </a:lnTo>
                <a:cubicBezTo>
                  <a:pt x="6119215" y="3584055"/>
                  <a:pt x="6225959" y="3537254"/>
                  <a:pt x="6297837" y="3469399"/>
                </a:cubicBezTo>
                <a:cubicBezTo>
                  <a:pt x="6369714" y="3401545"/>
                  <a:pt x="6405653" y="3313709"/>
                  <a:pt x="6405653" y="3205892"/>
                </a:cubicBezTo>
                <a:cubicBezTo>
                  <a:pt x="6405653" y="3076083"/>
                  <a:pt x="6363546" y="2977787"/>
                  <a:pt x="6279331" y="2911006"/>
                </a:cubicBezTo>
                <a:cubicBezTo>
                  <a:pt x="6195116" y="2844224"/>
                  <a:pt x="6071475" y="2810833"/>
                  <a:pt x="5908409" y="2810833"/>
                </a:cubicBezTo>
                <a:close/>
                <a:moveTo>
                  <a:pt x="3916047" y="2795545"/>
                </a:moveTo>
                <a:lnTo>
                  <a:pt x="4056048" y="2886465"/>
                </a:lnTo>
                <a:lnTo>
                  <a:pt x="3809035" y="3847160"/>
                </a:lnTo>
                <a:lnTo>
                  <a:pt x="3680905" y="3942564"/>
                </a:lnTo>
                <a:lnTo>
                  <a:pt x="3522397" y="3851988"/>
                </a:lnTo>
                <a:lnTo>
                  <a:pt x="3429868" y="2966925"/>
                </a:lnTo>
                <a:lnTo>
                  <a:pt x="3651938" y="2889684"/>
                </a:lnTo>
                <a:lnTo>
                  <a:pt x="2915727" y="2847040"/>
                </a:lnTo>
                <a:lnTo>
                  <a:pt x="2818370" y="3238881"/>
                </a:lnTo>
                <a:lnTo>
                  <a:pt x="2716186" y="2798763"/>
                </a:lnTo>
                <a:lnTo>
                  <a:pt x="1956641" y="2891293"/>
                </a:lnTo>
                <a:lnTo>
                  <a:pt x="2137677" y="2971753"/>
                </a:lnTo>
                <a:lnTo>
                  <a:pt x="2045952" y="3875321"/>
                </a:lnTo>
                <a:lnTo>
                  <a:pt x="1907560" y="3954172"/>
                </a:lnTo>
                <a:lnTo>
                  <a:pt x="2813542" y="4034632"/>
                </a:lnTo>
                <a:lnTo>
                  <a:pt x="2554460" y="3914747"/>
                </a:lnTo>
                <a:lnTo>
                  <a:pt x="2431357" y="3056236"/>
                </a:lnTo>
                <a:lnTo>
                  <a:pt x="2739519" y="3716815"/>
                </a:lnTo>
                <a:lnTo>
                  <a:pt x="3098371" y="3125432"/>
                </a:lnTo>
                <a:lnTo>
                  <a:pt x="2943888" y="3840723"/>
                </a:lnTo>
                <a:lnTo>
                  <a:pt x="2767680" y="3939689"/>
                </a:lnTo>
                <a:lnTo>
                  <a:pt x="3642791" y="3970943"/>
                </a:lnTo>
                <a:lnTo>
                  <a:pt x="3623172" y="3985552"/>
                </a:lnTo>
                <a:lnTo>
                  <a:pt x="4385935" y="3930839"/>
                </a:lnTo>
                <a:lnTo>
                  <a:pt x="4272486" y="3842332"/>
                </a:lnTo>
                <a:lnTo>
                  <a:pt x="4348119" y="3634745"/>
                </a:lnTo>
                <a:lnTo>
                  <a:pt x="4608809" y="3614630"/>
                </a:lnTo>
                <a:lnTo>
                  <a:pt x="4659500" y="3792447"/>
                </a:lnTo>
                <a:lnTo>
                  <a:pt x="4480073" y="4033023"/>
                </a:lnTo>
                <a:lnTo>
                  <a:pt x="5181687" y="3815781"/>
                </a:lnTo>
                <a:lnTo>
                  <a:pt x="5028812" y="3769918"/>
                </a:lnTo>
                <a:lnTo>
                  <a:pt x="4641798" y="2905776"/>
                </a:lnTo>
                <a:lnTo>
                  <a:pt x="4862259" y="2826925"/>
                </a:lnTo>
                <a:close/>
                <a:moveTo>
                  <a:pt x="7777383" y="2789108"/>
                </a:moveTo>
                <a:lnTo>
                  <a:pt x="6449790" y="2878419"/>
                </a:lnTo>
                <a:lnTo>
                  <a:pt x="6607492" y="3657274"/>
                </a:lnTo>
                <a:lnTo>
                  <a:pt x="6683929" y="2954052"/>
                </a:lnTo>
                <a:lnTo>
                  <a:pt x="6953471" y="3911528"/>
                </a:lnTo>
                <a:lnTo>
                  <a:pt x="6716113" y="3985552"/>
                </a:lnTo>
                <a:lnTo>
                  <a:pt x="7453129" y="4024977"/>
                </a:lnTo>
                <a:lnTo>
                  <a:pt x="7111977" y="3861643"/>
                </a:lnTo>
                <a:lnTo>
                  <a:pt x="7336461" y="2970144"/>
                </a:lnTo>
                <a:lnTo>
                  <a:pt x="7387151" y="3551871"/>
                </a:lnTo>
                <a:lnTo>
                  <a:pt x="7741130" y="2859970"/>
                </a:lnTo>
                <a:lnTo>
                  <a:pt x="7952079" y="3021638"/>
                </a:lnTo>
                <a:lnTo>
                  <a:pt x="7872424" y="3921183"/>
                </a:lnTo>
                <a:lnTo>
                  <a:pt x="7706676" y="4045092"/>
                </a:lnTo>
                <a:lnTo>
                  <a:pt x="8494224" y="3968650"/>
                </a:lnTo>
                <a:lnTo>
                  <a:pt x="8494209" y="3968655"/>
                </a:lnTo>
                <a:lnTo>
                  <a:pt x="9819388" y="4026586"/>
                </a:lnTo>
                <a:lnTo>
                  <a:pt x="9891802" y="3494744"/>
                </a:lnTo>
                <a:lnTo>
                  <a:pt x="9677778" y="3786010"/>
                </a:lnTo>
                <a:lnTo>
                  <a:pt x="9215937" y="3728079"/>
                </a:lnTo>
                <a:lnTo>
                  <a:pt x="9313294" y="3466583"/>
                </a:lnTo>
                <a:lnTo>
                  <a:pt x="9558698" y="3499572"/>
                </a:lnTo>
                <a:lnTo>
                  <a:pt x="9646399" y="3637964"/>
                </a:lnTo>
                <a:lnTo>
                  <a:pt x="9615020" y="3081179"/>
                </a:lnTo>
                <a:lnTo>
                  <a:pt x="9532950" y="3207501"/>
                </a:lnTo>
                <a:lnTo>
                  <a:pt x="9256167" y="3271870"/>
                </a:lnTo>
                <a:lnTo>
                  <a:pt x="9314903" y="3026466"/>
                </a:lnTo>
                <a:lnTo>
                  <a:pt x="9702721" y="3024857"/>
                </a:lnTo>
                <a:lnTo>
                  <a:pt x="9833872" y="3160030"/>
                </a:lnTo>
                <a:lnTo>
                  <a:pt x="9755020" y="2790717"/>
                </a:lnTo>
                <a:lnTo>
                  <a:pt x="8511403" y="2875636"/>
                </a:lnTo>
                <a:lnTo>
                  <a:pt x="7765066" y="2813184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6998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AE5A3-9461-418B-AD3B-023ED1BD4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062468" cy="919665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Luna </a:t>
            </a:r>
            <a:r>
              <a:rPr lang="en-US" b="1" i="0" dirty="0" err="1">
                <a:solidFill>
                  <a:srgbClr val="0D0D0D"/>
                </a:solidFill>
                <a:effectLst/>
                <a:latin typeface="Söhne"/>
              </a:rPr>
              <a:t>Martie</a:t>
            </a:r>
            <a:br>
              <a:rPr lang="en-US" b="1" i="0" dirty="0">
                <a:solidFill>
                  <a:srgbClr val="0D0D0D"/>
                </a:solidFill>
                <a:effectLst/>
                <a:latin typeface="Söhne"/>
              </a:rPr>
            </a:b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A6EDD6-BF56-4D59-94A2-BC92290767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8CAAAA-42F8-44BA-9901-1DE2899CE6E9}"/>
              </a:ext>
            </a:extLst>
          </p:cNvPr>
          <p:cNvSpPr txBox="1"/>
          <p:nvPr/>
        </p:nvSpPr>
        <p:spPr>
          <a:xfrm>
            <a:off x="510629" y="180459"/>
            <a:ext cx="49757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Snap ITC" panose="04040A07060A02020202" pitchFamily="82" charset="0"/>
              </a:rPr>
              <a:t>Luna </a:t>
            </a:r>
            <a:r>
              <a:rPr lang="en-US" sz="4800" dirty="0" err="1">
                <a:solidFill>
                  <a:schemeClr val="bg1"/>
                </a:solidFill>
                <a:latin typeface="Snap ITC" panose="04040A07060A02020202" pitchFamily="82" charset="0"/>
              </a:rPr>
              <a:t>Martie</a:t>
            </a:r>
            <a:endParaRPr lang="en-US" sz="4800" dirty="0">
              <a:solidFill>
                <a:schemeClr val="bg1"/>
              </a:solidFill>
              <a:latin typeface="Snap ITC" panose="04040A07060A02020202" pitchFamily="8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BE8DF2-87FD-41FE-952D-6E312C17F357}"/>
              </a:ext>
            </a:extLst>
          </p:cNvPr>
          <p:cNvSpPr txBox="1"/>
          <p:nvPr/>
        </p:nvSpPr>
        <p:spPr>
          <a:xfrm>
            <a:off x="653468" y="1191915"/>
            <a:ext cx="89985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sz="2400" b="1" i="0" dirty="0" err="1">
                <a:solidFill>
                  <a:schemeClr val="bg1"/>
                </a:solidFill>
                <a:effectLst/>
                <a:latin typeface="Söhne"/>
              </a:rPr>
              <a:t>Martie</a:t>
            </a:r>
            <a:r>
              <a:rPr lang="en-US" sz="2400" b="1" i="0" dirty="0">
                <a:solidFill>
                  <a:schemeClr val="bg1"/>
                </a:solidFill>
                <a:effectLst/>
                <a:latin typeface="Söhne"/>
              </a:rPr>
              <a:t> este prima </a:t>
            </a:r>
            <a:r>
              <a:rPr lang="en-US" sz="2400" b="1" i="0" dirty="0" err="1">
                <a:solidFill>
                  <a:schemeClr val="bg1"/>
                </a:solidFill>
                <a:effectLst/>
                <a:latin typeface="Söhne"/>
              </a:rPr>
              <a:t>lună</a:t>
            </a:r>
            <a:r>
              <a:rPr lang="en-US" sz="2400" b="1" i="0" dirty="0">
                <a:solidFill>
                  <a:schemeClr val="bg1"/>
                </a:solidFill>
                <a:effectLst/>
                <a:latin typeface="Söhne"/>
              </a:rPr>
              <a:t> a </a:t>
            </a:r>
            <a:r>
              <a:rPr lang="en-US" sz="2400" b="1" i="0" dirty="0" err="1">
                <a:solidFill>
                  <a:schemeClr val="bg1"/>
                </a:solidFill>
                <a:effectLst/>
                <a:latin typeface="Söhne"/>
              </a:rPr>
              <a:t>primăverii</a:t>
            </a:r>
            <a:r>
              <a:rPr lang="en-US" sz="2400" b="1" i="0" dirty="0">
                <a:solidFill>
                  <a:schemeClr val="bg1"/>
                </a:solidFill>
                <a:effectLst/>
                <a:latin typeface="Söhne"/>
              </a:rPr>
              <a:t> în </a:t>
            </a:r>
            <a:r>
              <a:rPr lang="en-US" sz="2400" b="1" i="0" dirty="0" err="1">
                <a:solidFill>
                  <a:schemeClr val="bg1"/>
                </a:solidFill>
                <a:effectLst/>
                <a:latin typeface="Söhne"/>
              </a:rPr>
              <a:t>emisfera</a:t>
            </a:r>
            <a:r>
              <a:rPr lang="en-US" sz="2400" b="1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sz="2400" b="1" i="0" dirty="0" err="1">
                <a:solidFill>
                  <a:schemeClr val="bg1"/>
                </a:solidFill>
                <a:effectLst/>
                <a:latin typeface="Söhne"/>
              </a:rPr>
              <a:t>nordică</a:t>
            </a:r>
            <a:r>
              <a:rPr lang="en-US" sz="2400" b="1" i="0" dirty="0">
                <a:solidFill>
                  <a:schemeClr val="bg1"/>
                </a:solidFill>
                <a:effectLst/>
                <a:latin typeface="Söhne"/>
              </a:rPr>
              <a:t>.</a:t>
            </a:r>
          </a:p>
          <a:p>
            <a:pPr algn="l"/>
            <a:endParaRPr lang="en-US" sz="2400" b="1" i="0" dirty="0">
              <a:solidFill>
                <a:schemeClr val="bg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sz="2400" b="1" i="0" dirty="0" err="1">
                <a:solidFill>
                  <a:schemeClr val="bg1"/>
                </a:solidFill>
                <a:effectLst/>
                <a:latin typeface="Söhne"/>
              </a:rPr>
              <a:t>Marchează</a:t>
            </a:r>
            <a:r>
              <a:rPr lang="en-US" sz="2400" b="1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sz="2400" b="1" i="0" dirty="0" err="1">
                <a:solidFill>
                  <a:schemeClr val="bg1"/>
                </a:solidFill>
                <a:effectLst/>
                <a:latin typeface="Söhne"/>
              </a:rPr>
              <a:t>renăscerea</a:t>
            </a:r>
            <a:r>
              <a:rPr lang="en-US" sz="2400" b="1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sz="2400" b="1" i="0" dirty="0" err="1">
                <a:solidFill>
                  <a:schemeClr val="bg1"/>
                </a:solidFill>
                <a:effectLst/>
                <a:latin typeface="Söhne"/>
              </a:rPr>
              <a:t>naturii</a:t>
            </a:r>
            <a:r>
              <a:rPr lang="en-US" sz="2400" b="1" i="0" dirty="0">
                <a:solidFill>
                  <a:schemeClr val="bg1"/>
                </a:solidFill>
                <a:effectLst/>
                <a:latin typeface="Söhne"/>
              </a:rPr>
              <a:t> și </a:t>
            </a:r>
            <a:r>
              <a:rPr lang="en-US" sz="2400" b="1" i="0" dirty="0" err="1">
                <a:solidFill>
                  <a:schemeClr val="bg1"/>
                </a:solidFill>
                <a:effectLst/>
                <a:latin typeface="Söhne"/>
              </a:rPr>
              <a:t>schimbările</a:t>
            </a:r>
            <a:r>
              <a:rPr lang="en-US" sz="2400" b="1" i="0" dirty="0">
                <a:solidFill>
                  <a:schemeClr val="bg1"/>
                </a:solidFill>
                <a:effectLst/>
                <a:latin typeface="Söhne"/>
              </a:rPr>
              <a:t> de la </a:t>
            </a:r>
            <a:r>
              <a:rPr lang="en-US" sz="2400" b="1" i="0" dirty="0" err="1">
                <a:solidFill>
                  <a:schemeClr val="bg1"/>
                </a:solidFill>
                <a:effectLst/>
                <a:latin typeface="Söhne"/>
              </a:rPr>
              <a:t>iarnă</a:t>
            </a:r>
            <a:r>
              <a:rPr lang="en-US" sz="2400" b="1" i="0" dirty="0">
                <a:solidFill>
                  <a:schemeClr val="bg1"/>
                </a:solidFill>
                <a:effectLst/>
                <a:latin typeface="Söhne"/>
              </a:rPr>
              <a:t> la </a:t>
            </a:r>
            <a:r>
              <a:rPr lang="en-US" sz="2400" b="1" i="0" dirty="0" err="1">
                <a:solidFill>
                  <a:schemeClr val="bg1"/>
                </a:solidFill>
                <a:effectLst/>
                <a:latin typeface="Söhne"/>
              </a:rPr>
              <a:t>primăvară</a:t>
            </a:r>
            <a:r>
              <a:rPr lang="en-US" b="0" i="0" dirty="0">
                <a:solidFill>
                  <a:schemeClr val="bg1"/>
                </a:solidFill>
                <a:effectLst/>
                <a:latin typeface="Söhne"/>
              </a:rPr>
              <a:t>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1FCEF5-2F5A-4DB0-9655-5F53EB6AD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918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AE5A3-9461-418B-AD3B-023ED1BD4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062468" cy="919665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Luna </a:t>
            </a:r>
            <a:r>
              <a:rPr lang="en-US" b="1" i="0" dirty="0" err="1">
                <a:solidFill>
                  <a:srgbClr val="0D0D0D"/>
                </a:solidFill>
                <a:effectLst/>
                <a:latin typeface="Söhne"/>
              </a:rPr>
              <a:t>Martie</a:t>
            </a:r>
            <a:br>
              <a:rPr lang="en-US" b="1" i="0" dirty="0">
                <a:solidFill>
                  <a:srgbClr val="0D0D0D"/>
                </a:solidFill>
                <a:effectLst/>
                <a:latin typeface="Söhne"/>
              </a:rPr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E642F0-177C-4889-84F3-724DA4D31C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0BFC7D-46CF-4478-A88B-745787E16405}"/>
              </a:ext>
            </a:extLst>
          </p:cNvPr>
          <p:cNvSpPr txBox="1"/>
          <p:nvPr/>
        </p:nvSpPr>
        <p:spPr>
          <a:xfrm>
            <a:off x="510628" y="180459"/>
            <a:ext cx="77443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b="1" i="0" dirty="0">
                <a:solidFill>
                  <a:schemeClr val="bg1"/>
                </a:solidFill>
                <a:effectLst/>
                <a:latin typeface="Snap ITC" panose="04040A07060A02020202" pitchFamily="82" charset="0"/>
              </a:rPr>
              <a:t>Ce este </a:t>
            </a:r>
            <a:r>
              <a:rPr lang="en-US" sz="4800" b="1" i="0" dirty="0" err="1">
                <a:solidFill>
                  <a:schemeClr val="bg1"/>
                </a:solidFill>
                <a:effectLst/>
                <a:latin typeface="Snap ITC" panose="04040A07060A02020202" pitchFamily="82" charset="0"/>
              </a:rPr>
              <a:t>Martisorul</a:t>
            </a:r>
            <a:r>
              <a:rPr lang="en-US" sz="4800" b="1" i="0" dirty="0">
                <a:solidFill>
                  <a:schemeClr val="bg1"/>
                </a:solidFill>
                <a:effectLst/>
                <a:latin typeface="Snap ITC" panose="04040A07060A02020202" pitchFamily="82" charset="0"/>
              </a:rPr>
              <a:t>?</a:t>
            </a: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4FBAD2DA-1580-49BB-ACA3-68B101F34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833942"/>
            <a:ext cx="10274287" cy="15081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Söhn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Söhne"/>
              </a:rPr>
              <a:t>Mărțișorul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öhne"/>
              </a:rPr>
              <a:t> este un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Söhne"/>
              </a:rPr>
              <a:t>simbol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Söhne"/>
              </a:rPr>
              <a:t>tradițional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öhne"/>
              </a:rPr>
              <a:t> al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Söhne"/>
              </a:rPr>
              <a:t>primăverii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öhne"/>
              </a:rPr>
              <a:t> în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Söhne"/>
              </a:rPr>
              <a:t>Români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öhne"/>
              </a:rPr>
              <a:t> și în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Söhne"/>
              </a:rPr>
              <a:t>unele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Söhne"/>
              </a:rPr>
              <a:t>părți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öhne"/>
              </a:rPr>
              <a:t> ale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Söhne"/>
              </a:rPr>
              <a:t>Europei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öhne"/>
              </a:rPr>
              <a:t> de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Söhne"/>
              </a:rPr>
              <a:t>Est.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Söhn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Söhne"/>
              </a:rPr>
              <a:t>Constă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öhne"/>
              </a:rPr>
              <a:t> într-o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Söhne"/>
              </a:rPr>
              <a:t>mică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Söhne"/>
              </a:rPr>
              <a:t>panglică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Söhne"/>
              </a:rPr>
              <a:t>albă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öhne"/>
              </a:rPr>
              <a:t> și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Söhne"/>
              </a:rPr>
              <a:t>roșie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Söhne"/>
              </a:rPr>
              <a:t>legată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öhne"/>
              </a:rPr>
              <a:t> de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Söhne"/>
              </a:rPr>
              <a:t>obicei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öhne"/>
              </a:rPr>
              <a:t> de o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Söhne"/>
              </a:rPr>
              <a:t>mică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Söhne"/>
              </a:rPr>
              <a:t>figurină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öhne"/>
              </a:rPr>
              <a:t>.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0C83CD-6AC2-40BD-B1A4-982EF9BE2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576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AE5A3-9461-418B-AD3B-023ED1BD4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062468" cy="919665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Luna </a:t>
            </a:r>
            <a:r>
              <a:rPr lang="en-US" b="1" i="0" dirty="0" err="1">
                <a:solidFill>
                  <a:srgbClr val="0D0D0D"/>
                </a:solidFill>
                <a:effectLst/>
                <a:latin typeface="Söhne"/>
              </a:rPr>
              <a:t>Martie</a:t>
            </a:r>
            <a:br>
              <a:rPr lang="en-US" b="1" i="0" dirty="0">
                <a:solidFill>
                  <a:srgbClr val="0D0D0D"/>
                </a:solidFill>
                <a:effectLst/>
                <a:latin typeface="Söhne"/>
              </a:rPr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E642F0-177C-4889-84F3-724DA4D31C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0BFC7D-46CF-4478-A88B-745787E16405}"/>
              </a:ext>
            </a:extLst>
          </p:cNvPr>
          <p:cNvSpPr txBox="1"/>
          <p:nvPr/>
        </p:nvSpPr>
        <p:spPr>
          <a:xfrm>
            <a:off x="510628" y="180459"/>
            <a:ext cx="87218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b="1" i="0" dirty="0" err="1">
                <a:solidFill>
                  <a:schemeClr val="bg1"/>
                </a:solidFill>
                <a:effectLst/>
                <a:latin typeface="Snap ITC" panose="04040A07060A02020202" pitchFamily="82" charset="0"/>
              </a:rPr>
              <a:t>Mituri</a:t>
            </a:r>
            <a:r>
              <a:rPr lang="en-US" sz="4800" b="1" i="0" dirty="0">
                <a:solidFill>
                  <a:schemeClr val="bg1"/>
                </a:solidFill>
                <a:effectLst/>
                <a:latin typeface="Snap ITC" panose="04040A07060A02020202" pitchFamily="82" charset="0"/>
              </a:rPr>
              <a:t> ale </a:t>
            </a:r>
            <a:r>
              <a:rPr lang="en-US" sz="4800" b="1" i="0" dirty="0" err="1">
                <a:solidFill>
                  <a:schemeClr val="bg1"/>
                </a:solidFill>
                <a:effectLst/>
                <a:latin typeface="Snap ITC" panose="04040A07060A02020202" pitchFamily="82" charset="0"/>
              </a:rPr>
              <a:t>Martisorului</a:t>
            </a:r>
            <a:endParaRPr lang="en-US" sz="4800" b="1" i="0" dirty="0">
              <a:solidFill>
                <a:schemeClr val="bg1"/>
              </a:solidFill>
              <a:effectLst/>
              <a:latin typeface="Snap ITC" panose="04040A07060A02020202" pitchFamily="82" charset="0"/>
            </a:endParaRP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4FBAD2DA-1580-49BB-ACA3-68B101F34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013304"/>
            <a:ext cx="7605534" cy="120032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Söhn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000" b="1" i="0" dirty="0" err="1">
                <a:solidFill>
                  <a:schemeClr val="bg1"/>
                </a:solidFill>
                <a:effectLst/>
                <a:latin typeface="Söhne"/>
              </a:rPr>
              <a:t>Există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sz="2000" b="1" i="0" dirty="0" err="1">
                <a:solidFill>
                  <a:schemeClr val="bg1"/>
                </a:solidFill>
                <a:effectLst/>
                <a:latin typeface="Söhne"/>
              </a:rPr>
              <a:t>numeroase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sz="2000" b="1" i="0" dirty="0" err="1">
                <a:solidFill>
                  <a:schemeClr val="bg1"/>
                </a:solidFill>
                <a:effectLst/>
                <a:latin typeface="Söhne"/>
              </a:rPr>
              <a:t>legende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Söhne"/>
              </a:rPr>
              <a:t> și </a:t>
            </a:r>
            <a:r>
              <a:rPr lang="en-US" sz="2000" b="1" i="0" dirty="0" err="1">
                <a:solidFill>
                  <a:schemeClr val="bg1"/>
                </a:solidFill>
                <a:effectLst/>
                <a:latin typeface="Söhne"/>
              </a:rPr>
              <a:t>mituri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Söhne"/>
              </a:rPr>
              <a:t> legate de </a:t>
            </a:r>
            <a:r>
              <a:rPr lang="en-US" sz="2000" b="1" i="0" dirty="0" err="1">
                <a:solidFill>
                  <a:schemeClr val="bg1"/>
                </a:solidFill>
                <a:effectLst/>
                <a:latin typeface="Söhne"/>
              </a:rPr>
              <a:t>originile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sz="2000" b="1" i="0" dirty="0" err="1">
                <a:solidFill>
                  <a:schemeClr val="bg1"/>
                </a:solidFill>
                <a:effectLst/>
                <a:latin typeface="Söhne"/>
              </a:rPr>
              <a:t>Mărțișorului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Söhne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000" b="1" dirty="0">
                <a:solidFill>
                  <a:schemeClr val="bg1"/>
                </a:solidFill>
                <a:latin typeface="Söhne"/>
              </a:rPr>
              <a:t>  </a:t>
            </a:r>
            <a:r>
              <a:rPr lang="en-US" sz="2000" b="1" i="0" dirty="0" err="1">
                <a:solidFill>
                  <a:schemeClr val="bg1"/>
                </a:solidFill>
                <a:effectLst/>
                <a:latin typeface="Söhne"/>
              </a:rPr>
              <a:t>unele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sz="2000" b="1" i="0" dirty="0" err="1">
                <a:solidFill>
                  <a:schemeClr val="bg1"/>
                </a:solidFill>
                <a:effectLst/>
                <a:latin typeface="Söhne"/>
              </a:rPr>
              <a:t>datează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Söhne"/>
              </a:rPr>
              <a:t> din </a:t>
            </a:r>
            <a:r>
              <a:rPr lang="en-US" sz="2000" b="1" i="0" dirty="0" err="1">
                <a:solidFill>
                  <a:schemeClr val="bg1"/>
                </a:solidFill>
                <a:effectLst/>
                <a:latin typeface="Söhne"/>
              </a:rPr>
              <a:t>vremea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sz="2000" b="1" i="0" dirty="0" err="1">
                <a:solidFill>
                  <a:schemeClr val="bg1"/>
                </a:solidFill>
                <a:effectLst/>
                <a:latin typeface="Söhne"/>
              </a:rPr>
              <a:t>dacilor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Söhne"/>
              </a:rPr>
              <a:t> și a </a:t>
            </a:r>
            <a:r>
              <a:rPr lang="en-US" sz="2000" b="1" i="0" dirty="0" err="1">
                <a:solidFill>
                  <a:schemeClr val="bg1"/>
                </a:solidFill>
                <a:effectLst/>
                <a:latin typeface="Söhne"/>
              </a:rPr>
              <a:t>romanilor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Söhne"/>
              </a:rPr>
              <a:t>.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AAABE7-8646-4505-BF68-BCF65FD83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745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AE5A3-9461-418B-AD3B-023ED1BD4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062468" cy="919665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Luna </a:t>
            </a:r>
            <a:r>
              <a:rPr lang="en-US" b="1" i="0" dirty="0" err="1">
                <a:solidFill>
                  <a:srgbClr val="0D0D0D"/>
                </a:solidFill>
                <a:effectLst/>
                <a:latin typeface="Söhne"/>
              </a:rPr>
              <a:t>Martie</a:t>
            </a:r>
            <a:br>
              <a:rPr lang="en-US" b="1" i="0" dirty="0">
                <a:solidFill>
                  <a:srgbClr val="0D0D0D"/>
                </a:solidFill>
                <a:effectLst/>
                <a:latin typeface="Söhne"/>
              </a:rPr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E642F0-177C-4889-84F3-724DA4D31C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0BFC7D-46CF-4478-A88B-745787E16405}"/>
              </a:ext>
            </a:extLst>
          </p:cNvPr>
          <p:cNvSpPr txBox="1"/>
          <p:nvPr/>
        </p:nvSpPr>
        <p:spPr>
          <a:xfrm>
            <a:off x="510628" y="180459"/>
            <a:ext cx="87218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b="1" i="0" dirty="0" err="1">
                <a:solidFill>
                  <a:schemeClr val="bg1"/>
                </a:solidFill>
                <a:effectLst/>
                <a:latin typeface="Snap ITC" panose="04040A07060A02020202" pitchFamily="82" charset="0"/>
              </a:rPr>
              <a:t>Tradițiile</a:t>
            </a:r>
            <a:r>
              <a:rPr lang="en-US" sz="4800" b="1" i="0" dirty="0">
                <a:solidFill>
                  <a:schemeClr val="bg1"/>
                </a:solidFill>
                <a:effectLst/>
                <a:latin typeface="Snap ITC" panose="04040A07060A02020202" pitchFamily="82" charset="0"/>
              </a:rPr>
              <a:t> </a:t>
            </a:r>
            <a:r>
              <a:rPr lang="en-US" sz="4800" b="1" i="0" dirty="0" err="1">
                <a:solidFill>
                  <a:schemeClr val="bg1"/>
                </a:solidFill>
                <a:effectLst/>
                <a:latin typeface="Snap ITC" panose="04040A07060A02020202" pitchFamily="82" charset="0"/>
              </a:rPr>
              <a:t>Martisorului</a:t>
            </a:r>
            <a:endParaRPr lang="en-US" sz="4800" b="1" i="0" dirty="0">
              <a:solidFill>
                <a:schemeClr val="bg1"/>
              </a:solidFill>
              <a:effectLst/>
              <a:latin typeface="Snap ITC" panose="04040A07060A02020202" pitchFamily="82" charset="0"/>
            </a:endParaRP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4FBAD2DA-1580-49BB-ACA3-68B101F34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059471"/>
            <a:ext cx="8546690" cy="110799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b="1" i="0" dirty="0" err="1">
                <a:solidFill>
                  <a:schemeClr val="bg1"/>
                </a:solidFill>
                <a:effectLst/>
                <a:latin typeface="Söhne"/>
              </a:rPr>
              <a:t>Oamenii</a:t>
            </a:r>
            <a:r>
              <a:rPr lang="en-US" b="1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b="1" i="0" dirty="0" err="1">
                <a:solidFill>
                  <a:schemeClr val="bg1"/>
                </a:solidFill>
                <a:effectLst/>
                <a:latin typeface="Söhne"/>
              </a:rPr>
              <a:t>obișnuiesc</a:t>
            </a:r>
            <a:r>
              <a:rPr lang="en-US" b="1" i="0" dirty="0">
                <a:solidFill>
                  <a:schemeClr val="bg1"/>
                </a:solidFill>
                <a:effectLst/>
                <a:latin typeface="Söhne"/>
              </a:rPr>
              <a:t> să își </a:t>
            </a:r>
            <a:r>
              <a:rPr lang="en-US" b="1" i="0" dirty="0" err="1">
                <a:solidFill>
                  <a:schemeClr val="bg1"/>
                </a:solidFill>
                <a:effectLst/>
                <a:latin typeface="Söhne"/>
              </a:rPr>
              <a:t>ofere</a:t>
            </a:r>
            <a:r>
              <a:rPr lang="en-US" b="1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b="1" i="0" dirty="0" err="1">
                <a:solidFill>
                  <a:schemeClr val="bg1"/>
                </a:solidFill>
                <a:effectLst/>
                <a:latin typeface="Söhne"/>
              </a:rPr>
              <a:t>Mărțișoare</a:t>
            </a:r>
            <a:r>
              <a:rPr lang="en-US" b="1" i="0" dirty="0">
                <a:solidFill>
                  <a:schemeClr val="bg1"/>
                </a:solidFill>
                <a:effectLst/>
                <a:latin typeface="Söhne"/>
              </a:rPr>
              <a:t> pentru a-și </a:t>
            </a:r>
            <a:r>
              <a:rPr lang="en-US" b="1" i="0" dirty="0" err="1">
                <a:solidFill>
                  <a:schemeClr val="bg1"/>
                </a:solidFill>
                <a:effectLst/>
                <a:latin typeface="Söhne"/>
              </a:rPr>
              <a:t>ura</a:t>
            </a:r>
            <a:r>
              <a:rPr lang="en-US" b="1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b="1" i="0" dirty="0" err="1">
                <a:solidFill>
                  <a:schemeClr val="bg1"/>
                </a:solidFill>
                <a:effectLst/>
                <a:latin typeface="Söhne"/>
              </a:rPr>
              <a:t>noroc</a:t>
            </a:r>
            <a:r>
              <a:rPr lang="en-US" b="1" i="0" dirty="0">
                <a:solidFill>
                  <a:schemeClr val="bg1"/>
                </a:solidFill>
                <a:effectLst/>
                <a:latin typeface="Söhne"/>
              </a:rPr>
              <a:t> și </a:t>
            </a:r>
            <a:r>
              <a:rPr lang="en-US" b="1" i="0" dirty="0" err="1">
                <a:solidFill>
                  <a:schemeClr val="bg1"/>
                </a:solidFill>
                <a:effectLst/>
                <a:latin typeface="Söhne"/>
              </a:rPr>
              <a:t>sănătate</a:t>
            </a:r>
            <a:endParaRPr lang="en-US" b="1" i="0" dirty="0">
              <a:solidFill>
                <a:schemeClr val="bg1"/>
              </a:solidFill>
              <a:effectLst/>
              <a:latin typeface="Söhne"/>
            </a:endParaRPr>
          </a:p>
          <a:p>
            <a:pPr algn="l"/>
            <a:endParaRPr lang="en-US" b="1" i="0" dirty="0">
              <a:solidFill>
                <a:schemeClr val="bg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b="1" i="0" dirty="0" err="1">
                <a:solidFill>
                  <a:schemeClr val="bg1"/>
                </a:solidFill>
                <a:effectLst/>
                <a:latin typeface="Söhne"/>
              </a:rPr>
              <a:t>Mărțișorul</a:t>
            </a:r>
            <a:r>
              <a:rPr lang="en-US" b="1" i="0" dirty="0">
                <a:solidFill>
                  <a:schemeClr val="bg1"/>
                </a:solidFill>
                <a:effectLst/>
                <a:latin typeface="Söhne"/>
              </a:rPr>
              <a:t> este </a:t>
            </a:r>
            <a:r>
              <a:rPr lang="en-US" b="1" i="0" dirty="0" err="1">
                <a:solidFill>
                  <a:schemeClr val="bg1"/>
                </a:solidFill>
                <a:effectLst/>
                <a:latin typeface="Söhne"/>
              </a:rPr>
              <a:t>purtat</a:t>
            </a:r>
            <a:r>
              <a:rPr lang="en-US" b="1" i="0" dirty="0">
                <a:solidFill>
                  <a:schemeClr val="bg1"/>
                </a:solidFill>
                <a:effectLst/>
                <a:latin typeface="Söhne"/>
              </a:rPr>
              <a:t> la </a:t>
            </a:r>
            <a:r>
              <a:rPr lang="en-US" b="1" i="0" dirty="0" err="1">
                <a:solidFill>
                  <a:schemeClr val="bg1"/>
                </a:solidFill>
                <a:effectLst/>
                <a:latin typeface="Söhne"/>
              </a:rPr>
              <a:t>piept</a:t>
            </a:r>
            <a:r>
              <a:rPr lang="en-US" b="1" i="0" dirty="0">
                <a:solidFill>
                  <a:schemeClr val="bg1"/>
                </a:solidFill>
                <a:effectLst/>
                <a:latin typeface="Söhne"/>
              </a:rPr>
              <a:t> sau </a:t>
            </a:r>
            <a:r>
              <a:rPr lang="en-US" b="1" i="0" dirty="0" err="1">
                <a:solidFill>
                  <a:schemeClr val="bg1"/>
                </a:solidFill>
                <a:effectLst/>
                <a:latin typeface="Söhne"/>
              </a:rPr>
              <a:t>încheiat</a:t>
            </a:r>
            <a:r>
              <a:rPr lang="en-US" b="1" i="0" dirty="0">
                <a:solidFill>
                  <a:schemeClr val="bg1"/>
                </a:solidFill>
                <a:effectLst/>
                <a:latin typeface="Söhne"/>
              </a:rPr>
              <a:t> într-un loc special pentru a </a:t>
            </a:r>
            <a:r>
              <a:rPr lang="en-US" b="1" i="0" dirty="0" err="1">
                <a:solidFill>
                  <a:schemeClr val="bg1"/>
                </a:solidFill>
                <a:effectLst/>
                <a:latin typeface="Söhne"/>
              </a:rPr>
              <a:t>aduce</a:t>
            </a:r>
            <a:r>
              <a:rPr lang="en-US" b="1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b="1" i="0" dirty="0" err="1">
                <a:solidFill>
                  <a:schemeClr val="bg1"/>
                </a:solidFill>
                <a:effectLst/>
                <a:latin typeface="Söhne"/>
              </a:rPr>
              <a:t>protecție</a:t>
            </a:r>
            <a:r>
              <a:rPr lang="en-US" b="1" i="0" dirty="0">
                <a:solidFill>
                  <a:schemeClr val="bg1"/>
                </a:solidFill>
                <a:effectLst/>
                <a:latin typeface="Söhne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74F93E-BFD7-4F2C-84C5-330FC42D8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808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AE5A3-9461-418B-AD3B-023ED1BD4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062468" cy="919665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Luna </a:t>
            </a:r>
            <a:r>
              <a:rPr lang="en-US" b="1" i="0" dirty="0" err="1">
                <a:solidFill>
                  <a:srgbClr val="0D0D0D"/>
                </a:solidFill>
                <a:effectLst/>
                <a:latin typeface="Söhne"/>
              </a:rPr>
              <a:t>Martie</a:t>
            </a:r>
            <a:br>
              <a:rPr lang="en-US" b="1" i="0" dirty="0">
                <a:solidFill>
                  <a:srgbClr val="0D0D0D"/>
                </a:solidFill>
                <a:effectLst/>
                <a:latin typeface="Söhne"/>
              </a:rPr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E642F0-177C-4889-84F3-724DA4D31CC1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6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0BFC7D-46CF-4478-A88B-745787E16405}"/>
              </a:ext>
            </a:extLst>
          </p:cNvPr>
          <p:cNvSpPr txBox="1"/>
          <p:nvPr/>
        </p:nvSpPr>
        <p:spPr>
          <a:xfrm>
            <a:off x="510628" y="180459"/>
            <a:ext cx="87218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b="1" i="0" dirty="0" err="1">
                <a:solidFill>
                  <a:schemeClr val="bg1"/>
                </a:solidFill>
                <a:effectLst/>
                <a:latin typeface="Snap ITC" panose="04040A07060A02020202" pitchFamily="82" charset="0"/>
              </a:rPr>
              <a:t>Obiceiuri</a:t>
            </a:r>
            <a:r>
              <a:rPr lang="en-US" sz="4800" b="1" i="0" dirty="0">
                <a:solidFill>
                  <a:schemeClr val="bg1"/>
                </a:solidFill>
                <a:effectLst/>
                <a:latin typeface="Snap ITC" panose="04040A07060A02020202" pitchFamily="82" charset="0"/>
              </a:rPr>
              <a:t> de </a:t>
            </a:r>
            <a:r>
              <a:rPr lang="en-US" sz="4800" b="1" i="0" dirty="0" err="1">
                <a:solidFill>
                  <a:schemeClr val="bg1"/>
                </a:solidFill>
                <a:effectLst/>
                <a:latin typeface="Snap ITC" panose="04040A07060A02020202" pitchFamily="82" charset="0"/>
              </a:rPr>
              <a:t>Martisor</a:t>
            </a:r>
            <a:endParaRPr lang="en-US" sz="4800" b="1" i="0" dirty="0">
              <a:solidFill>
                <a:schemeClr val="bg1"/>
              </a:solidFill>
              <a:effectLst/>
              <a:latin typeface="Snap ITC" panose="04040A07060A02020202" pitchFamily="82" charset="0"/>
            </a:endParaRP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4FBAD2DA-1580-49BB-ACA3-68B101F34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197970"/>
            <a:ext cx="9353550" cy="83099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chemeClr val="bg1"/>
                </a:solidFill>
                <a:effectLst/>
                <a:latin typeface="Söhne"/>
              </a:rPr>
              <a:t>Unii</a:t>
            </a:r>
            <a:r>
              <a:rPr lang="en-US" b="1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b="1" i="0" dirty="0" err="1">
                <a:solidFill>
                  <a:schemeClr val="bg1"/>
                </a:solidFill>
                <a:effectLst/>
                <a:latin typeface="Söhne"/>
              </a:rPr>
              <a:t>oameni</a:t>
            </a:r>
            <a:r>
              <a:rPr lang="en-US" b="1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b="1" i="0" dirty="0" err="1">
                <a:solidFill>
                  <a:schemeClr val="bg1"/>
                </a:solidFill>
                <a:effectLst/>
                <a:latin typeface="Söhne"/>
              </a:rPr>
              <a:t>obișnuiesc</a:t>
            </a:r>
            <a:r>
              <a:rPr lang="en-US" b="1" i="0" dirty="0">
                <a:solidFill>
                  <a:schemeClr val="bg1"/>
                </a:solidFill>
                <a:effectLst/>
                <a:latin typeface="Söhne"/>
              </a:rPr>
              <a:t> să </a:t>
            </a:r>
            <a:r>
              <a:rPr lang="en-US" b="1" i="0" dirty="0" err="1">
                <a:solidFill>
                  <a:schemeClr val="bg1"/>
                </a:solidFill>
                <a:effectLst/>
                <a:latin typeface="Söhne"/>
              </a:rPr>
              <a:t>atârne</a:t>
            </a:r>
            <a:r>
              <a:rPr lang="en-US" b="1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b="1" i="0" dirty="0" err="1">
                <a:solidFill>
                  <a:schemeClr val="bg1"/>
                </a:solidFill>
                <a:effectLst/>
                <a:latin typeface="Söhne"/>
              </a:rPr>
              <a:t>Mărțișoare</a:t>
            </a:r>
            <a:r>
              <a:rPr lang="en-US" b="1" i="0" dirty="0">
                <a:solidFill>
                  <a:schemeClr val="bg1"/>
                </a:solidFill>
                <a:effectLst/>
                <a:latin typeface="Söhne"/>
              </a:rPr>
              <a:t> în </a:t>
            </a:r>
            <a:r>
              <a:rPr lang="en-US" b="1" i="0" dirty="0" err="1">
                <a:solidFill>
                  <a:schemeClr val="bg1"/>
                </a:solidFill>
                <a:effectLst/>
                <a:latin typeface="Söhne"/>
              </a:rPr>
              <a:t>copaci</a:t>
            </a:r>
            <a:r>
              <a:rPr lang="en-US" b="1" i="0" dirty="0">
                <a:solidFill>
                  <a:schemeClr val="bg1"/>
                </a:solidFill>
                <a:effectLst/>
                <a:latin typeface="Söhne"/>
              </a:rPr>
              <a:t> sau pe </a:t>
            </a:r>
            <a:r>
              <a:rPr lang="en-US" b="1" i="0" dirty="0" err="1">
                <a:solidFill>
                  <a:schemeClr val="bg1"/>
                </a:solidFill>
                <a:effectLst/>
                <a:latin typeface="Söhne"/>
              </a:rPr>
              <a:t>garduri</a:t>
            </a:r>
            <a:r>
              <a:rPr lang="en-US" b="1" i="0" dirty="0">
                <a:solidFill>
                  <a:schemeClr val="bg1"/>
                </a:solidFill>
                <a:effectLst/>
                <a:latin typeface="Söhne"/>
              </a:rPr>
              <a:t> pentru a </a:t>
            </a:r>
            <a:r>
              <a:rPr lang="en-US" b="1" i="0" dirty="0" err="1">
                <a:solidFill>
                  <a:schemeClr val="bg1"/>
                </a:solidFill>
                <a:effectLst/>
                <a:latin typeface="Söhne"/>
              </a:rPr>
              <a:t>împrăștia</a:t>
            </a:r>
            <a:r>
              <a:rPr lang="en-US" b="1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b="1" i="0" dirty="0" err="1">
                <a:solidFill>
                  <a:schemeClr val="bg1"/>
                </a:solidFill>
                <a:effectLst/>
                <a:latin typeface="Söhne"/>
              </a:rPr>
              <a:t>norocul</a:t>
            </a:r>
            <a:endParaRPr lang="en-US" b="1" i="0" dirty="0">
              <a:solidFill>
                <a:schemeClr val="bg1"/>
              </a:solidFill>
              <a:effectLst/>
              <a:latin typeface="Söhne"/>
            </a:endParaRPr>
          </a:p>
          <a:p>
            <a:pPr algn="l"/>
            <a:r>
              <a:rPr lang="en-US" b="1" i="0" dirty="0">
                <a:solidFill>
                  <a:schemeClr val="bg1"/>
                </a:solidFill>
                <a:effectLst/>
                <a:latin typeface="Söhne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chemeClr val="bg1"/>
                </a:solidFill>
                <a:effectLst/>
                <a:latin typeface="Söhne"/>
              </a:rPr>
              <a:t>Există</a:t>
            </a:r>
            <a:r>
              <a:rPr lang="en-US" b="1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b="1" i="0" dirty="0" err="1">
                <a:solidFill>
                  <a:schemeClr val="bg1"/>
                </a:solidFill>
                <a:effectLst/>
                <a:latin typeface="Söhne"/>
              </a:rPr>
              <a:t>tradiții</a:t>
            </a:r>
            <a:r>
              <a:rPr lang="en-US" b="1" i="0" dirty="0">
                <a:solidFill>
                  <a:schemeClr val="bg1"/>
                </a:solidFill>
                <a:effectLst/>
                <a:latin typeface="Söhne"/>
              </a:rPr>
              <a:t> legate de cum se </a:t>
            </a:r>
            <a:r>
              <a:rPr lang="en-US" b="1" i="0" dirty="0" err="1">
                <a:solidFill>
                  <a:schemeClr val="bg1"/>
                </a:solidFill>
                <a:effectLst/>
                <a:latin typeface="Söhne"/>
              </a:rPr>
              <a:t>leagă</a:t>
            </a:r>
            <a:r>
              <a:rPr lang="en-US" b="1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b="1" i="0" dirty="0" err="1">
                <a:solidFill>
                  <a:schemeClr val="bg1"/>
                </a:solidFill>
                <a:effectLst/>
                <a:latin typeface="Söhne"/>
              </a:rPr>
              <a:t>Mărțișoarele</a:t>
            </a:r>
            <a:r>
              <a:rPr lang="en-US" b="1" i="0" dirty="0">
                <a:solidFill>
                  <a:schemeClr val="bg1"/>
                </a:solidFill>
                <a:effectLst/>
                <a:latin typeface="Söhne"/>
              </a:rPr>
              <a:t> și cine le poate </a:t>
            </a:r>
            <a:r>
              <a:rPr lang="en-US" b="1" i="0" dirty="0" err="1">
                <a:solidFill>
                  <a:schemeClr val="bg1"/>
                </a:solidFill>
                <a:effectLst/>
                <a:latin typeface="Söhne"/>
              </a:rPr>
              <a:t>oferi</a:t>
            </a:r>
            <a:r>
              <a:rPr lang="en-US" b="1" i="0" dirty="0">
                <a:solidFill>
                  <a:schemeClr val="bg1"/>
                </a:solidFill>
                <a:effectLst/>
                <a:latin typeface="Söhne"/>
              </a:rPr>
              <a:t>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068DF6-5528-4F3D-88EC-63F787966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525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AE5A3-9461-418B-AD3B-023ED1BD4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062468" cy="919665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Luna </a:t>
            </a:r>
            <a:r>
              <a:rPr lang="en-US" b="1" i="0" dirty="0" err="1">
                <a:solidFill>
                  <a:srgbClr val="0D0D0D"/>
                </a:solidFill>
                <a:effectLst/>
                <a:latin typeface="Söhne"/>
              </a:rPr>
              <a:t>Martie</a:t>
            </a:r>
            <a:br>
              <a:rPr lang="en-US" b="1" i="0" dirty="0">
                <a:solidFill>
                  <a:srgbClr val="0D0D0D"/>
                </a:solidFill>
                <a:effectLst/>
                <a:latin typeface="Söhne"/>
              </a:rPr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E642F0-177C-4889-84F3-724DA4D31C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0BFC7D-46CF-4478-A88B-745787E16405}"/>
              </a:ext>
            </a:extLst>
          </p:cNvPr>
          <p:cNvSpPr txBox="1"/>
          <p:nvPr/>
        </p:nvSpPr>
        <p:spPr>
          <a:xfrm>
            <a:off x="510628" y="180459"/>
            <a:ext cx="87218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b="1" i="0" dirty="0" err="1">
                <a:solidFill>
                  <a:schemeClr val="bg1"/>
                </a:solidFill>
                <a:effectLst/>
                <a:latin typeface="Snap ITC" panose="04040A07060A02020202" pitchFamily="82" charset="0"/>
              </a:rPr>
              <a:t>Martisorul</a:t>
            </a:r>
            <a:r>
              <a:rPr lang="en-US" sz="4800" b="1" i="0" dirty="0">
                <a:solidFill>
                  <a:schemeClr val="bg1"/>
                </a:solidFill>
                <a:effectLst/>
                <a:latin typeface="Snap ITC" panose="04040A07060A02020202" pitchFamily="82" charset="0"/>
              </a:rPr>
              <a:t> în Alte </a:t>
            </a:r>
            <a:r>
              <a:rPr lang="en-US" sz="4800" b="1" dirty="0">
                <a:solidFill>
                  <a:schemeClr val="bg1"/>
                </a:solidFill>
                <a:latin typeface="Snap ITC" panose="04040A07060A02020202" pitchFamily="82" charset="0"/>
              </a:rPr>
              <a:t>T</a:t>
            </a:r>
            <a:r>
              <a:rPr lang="en-US" sz="4800" b="1" i="0" dirty="0">
                <a:solidFill>
                  <a:schemeClr val="bg1"/>
                </a:solidFill>
                <a:effectLst/>
                <a:latin typeface="Snap ITC" panose="04040A07060A02020202" pitchFamily="82" charset="0"/>
              </a:rPr>
              <a:t>ari</a:t>
            </a: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4FBAD2DA-1580-49BB-ACA3-68B101F34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305692"/>
            <a:ext cx="9353550" cy="61555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sz="2000" b="1" i="0" dirty="0" err="1">
                <a:solidFill>
                  <a:schemeClr val="bg1"/>
                </a:solidFill>
                <a:effectLst/>
                <a:latin typeface="Söhne"/>
              </a:rPr>
              <a:t>Mărțișorul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Söhne"/>
              </a:rPr>
              <a:t> este </a:t>
            </a:r>
            <a:r>
              <a:rPr lang="en-US" sz="2000" b="1" i="0" dirty="0" err="1">
                <a:solidFill>
                  <a:schemeClr val="bg1"/>
                </a:solidFill>
                <a:effectLst/>
                <a:latin typeface="Söhne"/>
              </a:rPr>
              <a:t>întâlnit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Söhne"/>
              </a:rPr>
              <a:t> și în alte </a:t>
            </a:r>
            <a:r>
              <a:rPr lang="en-US" sz="2000" b="1" i="0" dirty="0" err="1">
                <a:solidFill>
                  <a:schemeClr val="bg1"/>
                </a:solidFill>
                <a:effectLst/>
                <a:latin typeface="Söhne"/>
              </a:rPr>
              <a:t>țări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Söhne"/>
              </a:rPr>
              <a:t> precum Bulgaria, Albania, Macedonia și Italia, </a:t>
            </a:r>
          </a:p>
          <a:p>
            <a:pPr algn="l"/>
            <a:r>
              <a:rPr lang="en-US" sz="2000" b="1" i="0" dirty="0">
                <a:solidFill>
                  <a:schemeClr val="bg1"/>
                </a:solidFill>
                <a:effectLst/>
                <a:latin typeface="Söhne"/>
              </a:rPr>
              <a:t>  fie cu </a:t>
            </a:r>
            <a:r>
              <a:rPr lang="en-US" sz="2000" b="1" i="0" dirty="0" err="1">
                <a:solidFill>
                  <a:schemeClr val="bg1"/>
                </a:solidFill>
                <a:effectLst/>
                <a:latin typeface="Söhne"/>
              </a:rPr>
              <a:t>nume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Söhne"/>
              </a:rPr>
              <a:t> diferite, fie cu </a:t>
            </a:r>
            <a:r>
              <a:rPr lang="en-US" sz="2000" b="1" i="0" dirty="0" err="1">
                <a:solidFill>
                  <a:schemeClr val="bg1"/>
                </a:solidFill>
                <a:effectLst/>
                <a:latin typeface="Söhne"/>
              </a:rPr>
              <a:t>tradiții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sz="2000" b="1" i="0" dirty="0" err="1">
                <a:solidFill>
                  <a:schemeClr val="bg1"/>
                </a:solidFill>
                <a:effectLst/>
                <a:latin typeface="Söhne"/>
              </a:rPr>
              <a:t>specifice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Söhne"/>
              </a:rPr>
              <a:t>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F6A994-B806-425F-8626-0425F6893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694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AE5A3-9461-418B-AD3B-023ED1BD4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062468" cy="919665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Luna </a:t>
            </a:r>
            <a:r>
              <a:rPr lang="en-US" b="1" i="0" dirty="0" err="1">
                <a:solidFill>
                  <a:srgbClr val="0D0D0D"/>
                </a:solidFill>
                <a:effectLst/>
                <a:latin typeface="Söhne"/>
              </a:rPr>
              <a:t>Martie</a:t>
            </a:r>
            <a:br>
              <a:rPr lang="en-US" b="1" i="0" dirty="0">
                <a:solidFill>
                  <a:srgbClr val="0D0D0D"/>
                </a:solidFill>
                <a:effectLst/>
                <a:latin typeface="Söhne"/>
              </a:rPr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E642F0-177C-4889-84F3-724DA4D31C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0BFC7D-46CF-4478-A88B-745787E16405}"/>
              </a:ext>
            </a:extLst>
          </p:cNvPr>
          <p:cNvSpPr txBox="1"/>
          <p:nvPr/>
        </p:nvSpPr>
        <p:spPr>
          <a:xfrm>
            <a:off x="510628" y="180459"/>
            <a:ext cx="87218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b="1" i="0" dirty="0" err="1">
                <a:solidFill>
                  <a:schemeClr val="bg1"/>
                </a:solidFill>
                <a:effectLst/>
                <a:latin typeface="Snap ITC" panose="04040A07060A02020202" pitchFamily="82" charset="0"/>
              </a:rPr>
              <a:t>Poezie</a:t>
            </a:r>
            <a:r>
              <a:rPr lang="en-US" sz="4800" b="1" i="0" dirty="0">
                <a:solidFill>
                  <a:schemeClr val="bg1"/>
                </a:solidFill>
                <a:effectLst/>
                <a:latin typeface="Snap ITC" panose="04040A07060A02020202" pitchFamily="82" charset="0"/>
              </a:rPr>
              <a:t> de </a:t>
            </a:r>
            <a:r>
              <a:rPr lang="en-US" sz="4800" b="1" i="0" dirty="0" err="1">
                <a:solidFill>
                  <a:schemeClr val="bg1"/>
                </a:solidFill>
                <a:effectLst/>
                <a:latin typeface="Snap ITC" panose="04040A07060A02020202" pitchFamily="82" charset="0"/>
              </a:rPr>
              <a:t>Martisor</a:t>
            </a:r>
            <a:endParaRPr lang="en-US" sz="4800" b="1" i="0" dirty="0">
              <a:solidFill>
                <a:schemeClr val="bg1"/>
              </a:solidFill>
              <a:effectLst/>
              <a:latin typeface="Snap ITC" panose="04040A07060A02020202" pitchFamily="82" charset="0"/>
            </a:endParaRP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4FBAD2DA-1580-49BB-ACA3-68B101F34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305692"/>
            <a:ext cx="9353550" cy="61555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"</a:t>
            </a:r>
            <a:r>
              <a:rPr lang="en-US" sz="2000" b="1" i="0" dirty="0" err="1">
                <a:solidFill>
                  <a:schemeClr val="bg1"/>
                </a:solidFill>
                <a:effectLst/>
                <a:latin typeface="Söhne"/>
              </a:rPr>
              <a:t>Primăvara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Söhne"/>
              </a:rPr>
              <a:t> bate-n </a:t>
            </a:r>
            <a:r>
              <a:rPr lang="en-US" sz="2000" b="1" i="0" dirty="0" err="1">
                <a:solidFill>
                  <a:schemeClr val="bg1"/>
                </a:solidFill>
                <a:effectLst/>
                <a:latin typeface="Söhne"/>
              </a:rPr>
              <a:t>geam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Söhne"/>
              </a:rPr>
              <a:t>, / Cu </a:t>
            </a:r>
            <a:r>
              <a:rPr lang="en-US" sz="2000" b="1" i="0" dirty="0" err="1">
                <a:solidFill>
                  <a:schemeClr val="bg1"/>
                </a:solidFill>
                <a:effectLst/>
                <a:latin typeface="Söhne"/>
              </a:rPr>
              <a:t>mărțișorul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Söhne"/>
              </a:rPr>
              <a:t> în ram. / </a:t>
            </a:r>
            <a:r>
              <a:rPr lang="en-US" sz="2000" b="1" i="0" dirty="0" err="1">
                <a:solidFill>
                  <a:schemeClr val="bg1"/>
                </a:solidFill>
                <a:effectLst/>
                <a:latin typeface="Söhne"/>
              </a:rPr>
              <a:t>Noroc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Söhne"/>
              </a:rPr>
              <a:t>, </a:t>
            </a:r>
            <a:r>
              <a:rPr lang="en-US" sz="2000" b="1" i="0" dirty="0" err="1">
                <a:solidFill>
                  <a:schemeClr val="bg1"/>
                </a:solidFill>
                <a:effectLst/>
                <a:latin typeface="Söhne"/>
              </a:rPr>
              <a:t>sănătate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Söhne"/>
              </a:rPr>
              <a:t>, </a:t>
            </a:r>
            <a:r>
              <a:rPr lang="en-US" sz="2000" b="1" i="0" dirty="0" err="1">
                <a:solidFill>
                  <a:schemeClr val="bg1"/>
                </a:solidFill>
                <a:effectLst/>
                <a:latin typeface="Söhne"/>
              </a:rPr>
              <a:t>bani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Söhne"/>
              </a:rPr>
              <a:t>, / </a:t>
            </a:r>
          </a:p>
          <a:p>
            <a:pPr algn="l"/>
            <a:r>
              <a:rPr lang="en-US" sz="2000" b="1" dirty="0">
                <a:solidFill>
                  <a:schemeClr val="bg1"/>
                </a:solidFill>
                <a:latin typeface="Söhne"/>
              </a:rPr>
              <a:t>   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Söhne"/>
              </a:rPr>
              <a:t>Toate să </a:t>
            </a:r>
            <a:r>
              <a:rPr lang="en-US" sz="2000" b="1" i="0" dirty="0" err="1">
                <a:solidFill>
                  <a:schemeClr val="bg1"/>
                </a:solidFill>
                <a:effectLst/>
                <a:latin typeface="Söhne"/>
              </a:rPr>
              <a:t>vă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sz="2000" b="1" i="0" dirty="0" err="1">
                <a:solidFill>
                  <a:schemeClr val="bg1"/>
                </a:solidFill>
                <a:effectLst/>
                <a:latin typeface="Söhne"/>
              </a:rPr>
              <a:t>dea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Söhne"/>
              </a:rPr>
              <a:t> în dar!" - </a:t>
            </a:r>
            <a:r>
              <a:rPr lang="en-US" sz="2000" b="1" i="0" dirty="0" err="1">
                <a:solidFill>
                  <a:schemeClr val="bg1"/>
                </a:solidFill>
                <a:effectLst/>
                <a:latin typeface="Söhne"/>
              </a:rPr>
              <a:t>Poezie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sz="2000" b="1" i="0" dirty="0" err="1">
                <a:solidFill>
                  <a:schemeClr val="bg1"/>
                </a:solidFill>
                <a:effectLst/>
                <a:latin typeface="Söhne"/>
              </a:rPr>
              <a:t>tradițională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Söhne"/>
              </a:rPr>
              <a:t> de </a:t>
            </a:r>
            <a:r>
              <a:rPr lang="en-US" sz="2000" b="1" i="0" dirty="0" err="1">
                <a:solidFill>
                  <a:schemeClr val="bg1"/>
                </a:solidFill>
                <a:effectLst/>
                <a:latin typeface="Söhne"/>
              </a:rPr>
              <a:t>Mărțișor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Söhne"/>
              </a:rPr>
              <a:t>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EA4F4E-FB48-40CB-A554-FBB54F33B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918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AE5A3-9461-418B-AD3B-023ED1BD4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062468" cy="919665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Luna </a:t>
            </a:r>
            <a:r>
              <a:rPr lang="en-US" b="1" i="0" dirty="0" err="1">
                <a:solidFill>
                  <a:srgbClr val="0D0D0D"/>
                </a:solidFill>
                <a:effectLst/>
                <a:latin typeface="Söhne"/>
              </a:rPr>
              <a:t>Martie</a:t>
            </a:r>
            <a:br>
              <a:rPr lang="en-US" b="1" i="0" dirty="0">
                <a:solidFill>
                  <a:srgbClr val="0D0D0D"/>
                </a:solidFill>
                <a:effectLst/>
                <a:latin typeface="Söhne"/>
              </a:rPr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E642F0-177C-4889-84F3-724DA4D31C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0BFC7D-46CF-4478-A88B-745787E16405}"/>
              </a:ext>
            </a:extLst>
          </p:cNvPr>
          <p:cNvSpPr txBox="1"/>
          <p:nvPr/>
        </p:nvSpPr>
        <p:spPr>
          <a:xfrm>
            <a:off x="209550" y="180459"/>
            <a:ext cx="112966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4400" b="1" i="0" dirty="0">
                <a:solidFill>
                  <a:schemeClr val="bg1"/>
                </a:solidFill>
                <a:effectLst/>
                <a:latin typeface="Snap ITC" panose="04040A07060A02020202" pitchFamily="82" charset="0"/>
              </a:rPr>
              <a:t>8 Martie - Istoric si Semnificatii</a:t>
            </a: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4FBAD2DA-1580-49BB-ACA3-68B101F34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305692"/>
            <a:ext cx="9353550" cy="61555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 err="1">
                <a:solidFill>
                  <a:schemeClr val="bg1"/>
                </a:solidFill>
                <a:effectLst/>
                <a:latin typeface="Söhne"/>
              </a:rPr>
              <a:t>Ziua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sz="2000" b="1" i="0" dirty="0" err="1">
                <a:solidFill>
                  <a:schemeClr val="bg1"/>
                </a:solidFill>
                <a:effectLst/>
                <a:latin typeface="Söhne"/>
              </a:rPr>
              <a:t>Internațională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Söhne"/>
              </a:rPr>
              <a:t> a </a:t>
            </a:r>
            <a:r>
              <a:rPr lang="en-US" sz="2000" b="1" i="0" dirty="0" err="1">
                <a:solidFill>
                  <a:schemeClr val="bg1"/>
                </a:solidFill>
                <a:effectLst/>
                <a:latin typeface="Söhne"/>
              </a:rPr>
              <a:t>Femeii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Söhne"/>
              </a:rPr>
              <a:t> este </a:t>
            </a:r>
            <a:r>
              <a:rPr lang="en-US" sz="2000" b="1" i="0" dirty="0" err="1">
                <a:solidFill>
                  <a:schemeClr val="bg1"/>
                </a:solidFill>
                <a:effectLst/>
                <a:latin typeface="Söhne"/>
              </a:rPr>
              <a:t>celebrată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Söhne"/>
              </a:rPr>
              <a:t> pe 8 </a:t>
            </a:r>
            <a:r>
              <a:rPr lang="en-US" sz="2000" b="1" i="0" dirty="0" err="1">
                <a:solidFill>
                  <a:schemeClr val="bg1"/>
                </a:solidFill>
                <a:effectLst/>
                <a:latin typeface="Söhne"/>
              </a:rPr>
              <a:t>Martie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Söhne"/>
              </a:rPr>
              <a:t>, </a:t>
            </a:r>
            <a:r>
              <a:rPr lang="en-US" sz="2000" b="1" i="0" dirty="0" err="1">
                <a:solidFill>
                  <a:schemeClr val="bg1"/>
                </a:solidFill>
                <a:effectLst/>
                <a:latin typeface="Söhne"/>
              </a:rPr>
              <a:t>marcând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sz="2000" b="1" i="0" dirty="0" err="1">
                <a:solidFill>
                  <a:schemeClr val="bg1"/>
                </a:solidFill>
                <a:effectLst/>
                <a:latin typeface="Söhne"/>
              </a:rPr>
              <a:t>lupta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Söhne"/>
              </a:rPr>
              <a:t> pentru drepturile </a:t>
            </a:r>
            <a:r>
              <a:rPr lang="en-US" sz="2000" b="1" i="0" dirty="0" err="1">
                <a:solidFill>
                  <a:schemeClr val="bg1"/>
                </a:solidFill>
                <a:effectLst/>
                <a:latin typeface="Söhne"/>
              </a:rPr>
              <a:t>femeilor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Söhne"/>
              </a:rPr>
              <a:t> și </a:t>
            </a:r>
            <a:r>
              <a:rPr lang="en-US" sz="2000" b="1" i="0" dirty="0" err="1">
                <a:solidFill>
                  <a:schemeClr val="bg1"/>
                </a:solidFill>
                <a:effectLst/>
                <a:latin typeface="Söhne"/>
              </a:rPr>
              <a:t>egalitatea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Söhne"/>
              </a:rPr>
              <a:t> de gen.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D826F4-3986-4239-8DB9-07E2AA248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579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81F904-7D0C-4EB6-A19F-5A09EC9D7C2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Mavru</a:t>
            </a:r>
            <a:r>
              <a:rPr lang="en-US" dirty="0"/>
              <a:t> Cornelio Lucas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DA05BF-598D-425F-8857-B6F849F2D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Clasa a-IX-a             B 3/12/2024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379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276</Words>
  <Application>Microsoft Office PowerPoint</Application>
  <PresentationFormat>Widescreen</PresentationFormat>
  <Paragraphs>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Snap ITC</vt:lpstr>
      <vt:lpstr>Söhne</vt:lpstr>
      <vt:lpstr>Office Theme</vt:lpstr>
      <vt:lpstr>PowerPoint Presentation</vt:lpstr>
      <vt:lpstr>Luna Martie </vt:lpstr>
      <vt:lpstr>Luna Martie </vt:lpstr>
      <vt:lpstr>Luna Martie </vt:lpstr>
      <vt:lpstr>Luna Martie </vt:lpstr>
      <vt:lpstr>Luna Martie </vt:lpstr>
      <vt:lpstr>Luna Martie </vt:lpstr>
      <vt:lpstr>Luna Martie </vt:lpstr>
      <vt:lpstr>Luna Martie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Martie</dc:title>
  <dc:creator>Micu Vlad-Bogdan</dc:creator>
  <cp:lastModifiedBy>admin</cp:lastModifiedBy>
  <cp:revision>16</cp:revision>
  <dcterms:created xsi:type="dcterms:W3CDTF">2024-03-12T17:39:10Z</dcterms:created>
  <dcterms:modified xsi:type="dcterms:W3CDTF">2024-03-13T06:59:52Z</dcterms:modified>
</cp:coreProperties>
</file>